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271F-A941-C7F5-60E0-9948D88BD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94239-B3B2-AD06-B827-76F73D8BF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2689C-5FBA-7B64-923B-42ADCCD7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DCE38-39D1-4909-F10D-31586AA2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675D-5022-6AD6-F998-9DA297AA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085B-1E9C-50BE-EF15-D1BF507E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ACCBD-8A62-9EFB-2FA8-A22E1DA1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7B830-F43E-DCB7-F352-6645D47B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097C-6905-BFA6-DD55-4C6BE4B59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7EE72-F314-49AA-1A8F-0314CDDF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706-E93C-073E-4017-567504DB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D0EA5-4401-B9A9-EF99-4E2D30251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E9D5F-8108-819B-BDF9-08376DAF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9FF5-D2E6-6FC0-7D04-91B49F72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39E21-614D-02F6-6FCD-EB5810D2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59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CF65-17CC-70AB-9B22-FDB3B8BC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22DBE-E0C8-7CBF-9283-FA7EAC410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E3FD6-63BB-50D3-4C05-5ADE15528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4D201-B090-DFA8-5FDF-4E85A8F4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C4D0D-86CF-A428-83B5-CBE9367C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F741A-8ACC-D976-13FD-E41EC121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4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53E9-A18E-DC7A-5BB1-FAF42794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88D66-81E4-2F9B-8EDD-2B867367E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40C65-4A25-42A9-9CF5-65135FFD4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15291-3D1D-6AA1-6BFB-EE10FBBEA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24AC7-991C-959E-BEF0-90BCB3F3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1523E-2A3B-CCF7-B878-FB00F6B1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E93A8-90EC-178A-3CAD-68355576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47DED2-B13E-E466-B82D-50073BEC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86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A6435-2D93-47CB-18C3-2149F0F6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0F7EF-D810-491F-5FD4-DD54B614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1DAC6-FF17-70E8-8603-687AD374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4F605-9E60-B5C4-01D5-545238CE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96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F716F-9661-E8ED-3506-C05439F1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165D4B-75BB-3E42-F95A-DB6D2A5F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5E6B5-16A0-A90B-4C21-AAF5FF1E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1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476D-F1A0-C118-EF20-F9D9B10F6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C76ED-3BB5-DFDC-C14B-EE798675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5012F-EE0C-C3F7-7F58-86939ECC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6E8AC-4B5E-75DD-7CE2-923925CC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1C373-4EC6-C39B-F178-7942719E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138C3-9FC7-0497-54C5-717A5C04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92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BF03-E618-3E55-DD85-44078669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2C95D-385F-D7C3-92E9-EEB6F1F8C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DEED0-9C94-77C0-E762-2E242191E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94680-4634-DED3-A44F-137834AF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BD30B-AF9D-58B8-D14D-3467A0F2C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D72C-F825-E255-279B-5EBD1CB6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8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D30F-4AD9-182A-E09B-D3C2671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8A546-9552-A376-BA67-7887076EC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FDB77-8679-F019-7B97-3BB0157C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460D9-7F92-468D-95B6-E98E52AF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FBC75-4EFB-151F-2F5C-41E5CF19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0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ED8F9-C7AB-6ECA-B8E6-26192A077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92881-4A7A-8BCC-FE28-035537A52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34BF-A32C-58CE-1D65-EB750EAC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E9691-0CDF-783A-5914-0E479CFC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1029-EC0A-8025-37C6-036B5103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7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8C767-6EF5-99C7-4E18-16C9D277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91CE6-C576-69F0-6F05-CA090942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C2FCE-5955-DEDD-F26B-84B046CDF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37F57-390F-4781-8650-8FE8BD9FC0F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4364B-1F90-8338-AD44-D4FE6EF81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B5DCD-8CB0-0ED6-C832-92C25C921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64D16-7A66-4FB5-9950-230F4C93B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9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AA19-580D-5B14-8CE8-6822EEE6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71B71-C259-BFCB-A287-5D423E34B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99" y="1813420"/>
            <a:ext cx="3246401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2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3BCCE1-8755-0D81-7D95-A17C0029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775"/>
            <a:ext cx="12192000" cy="496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4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9BB7-A233-461E-BC2A-CD9AF36A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71B40F-D5E0-B234-6938-EF87CEDA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2456526"/>
            <a:ext cx="10448925" cy="4265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84E618-F2C2-9DB4-4225-203669BF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4" y="916862"/>
            <a:ext cx="10448925" cy="2755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8426A4-515B-142B-3098-C738BBFF2C0F}"/>
              </a:ext>
            </a:extLst>
          </p:cNvPr>
          <p:cNvSpPr txBox="1"/>
          <p:nvPr/>
        </p:nvSpPr>
        <p:spPr>
          <a:xfrm>
            <a:off x="466724" y="408753"/>
            <a:ext cx="3495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dirty="0"/>
              <a:t>Courses &amp; Assessments</a:t>
            </a:r>
          </a:p>
        </p:txBody>
      </p:sp>
    </p:spTree>
    <p:extLst>
      <p:ext uri="{BB962C8B-B14F-4D97-AF65-F5344CB8AC3E}">
        <p14:creationId xmlns:p14="http://schemas.microsoft.com/office/powerpoint/2010/main" val="5910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E60D-12D8-5E99-81CE-EB541D4D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7DBAE0-750E-799C-24DB-699F7FA3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70" y="800836"/>
            <a:ext cx="9519305" cy="1603719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435F2C-1AF4-1F3A-0D7D-723FE03AD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70" y="2543809"/>
            <a:ext cx="9519306" cy="3743037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E783FA-52B2-92B6-C7D0-51476FD36B54}"/>
              </a:ext>
            </a:extLst>
          </p:cNvPr>
          <p:cNvSpPr txBox="1"/>
          <p:nvPr/>
        </p:nvSpPr>
        <p:spPr>
          <a:xfrm>
            <a:off x="872470" y="32302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dirty="0"/>
              <a:t>Employee’s Self View</a:t>
            </a:r>
          </a:p>
        </p:txBody>
      </p:sp>
    </p:spTree>
    <p:extLst>
      <p:ext uri="{BB962C8B-B14F-4D97-AF65-F5344CB8AC3E}">
        <p14:creationId xmlns:p14="http://schemas.microsoft.com/office/powerpoint/2010/main" val="224066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EDE4-8192-033F-6305-DBCCA943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Description automatically generated">
            <a:extLst>
              <a:ext uri="{FF2B5EF4-FFF2-40B4-BE49-F238E27FC236}">
                <a16:creationId xmlns:a16="http://schemas.microsoft.com/office/drawing/2014/main" id="{A47421BE-C114-F7F0-97BE-679ACA5DF1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111"/>
          <a:stretch>
            <a:fillRect/>
          </a:stretch>
        </p:blipFill>
        <p:spPr bwMode="auto">
          <a:xfrm>
            <a:off x="238125" y="1072753"/>
            <a:ext cx="2646216" cy="1803797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 descr="A screenshot of a chat&#10;&#10;Description automatically generated">
            <a:extLst>
              <a:ext uri="{FF2B5EF4-FFF2-40B4-BE49-F238E27FC236}">
                <a16:creationId xmlns:a16="http://schemas.microsoft.com/office/drawing/2014/main" id="{3D1BDB4A-5684-59E1-FB01-E5577121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242" y="1072753"/>
            <a:ext cx="8301033" cy="2681109"/>
          </a:xfrm>
          <a:prstGeom prst="rect">
            <a:avLst/>
          </a:prstGeom>
          <a:ln w="3175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5D15C8-F7B5-5941-D9E1-4FD2AC05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242" y="3753862"/>
            <a:ext cx="8301033" cy="2750007"/>
          </a:xfrm>
          <a:prstGeom prst="rect">
            <a:avLst/>
          </a:prstGeom>
          <a:ln w="3175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9CBC4B-7AA8-3EC6-E3B6-8223704992E3}"/>
              </a:ext>
            </a:extLst>
          </p:cNvPr>
          <p:cNvSpPr txBox="1"/>
          <p:nvPr/>
        </p:nvSpPr>
        <p:spPr>
          <a:xfrm>
            <a:off x="238125" y="504825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dirty="0"/>
              <a:t>Subordinate’s View</a:t>
            </a:r>
          </a:p>
        </p:txBody>
      </p:sp>
    </p:spTree>
    <p:extLst>
      <p:ext uri="{BB962C8B-B14F-4D97-AF65-F5344CB8AC3E}">
        <p14:creationId xmlns:p14="http://schemas.microsoft.com/office/powerpoint/2010/main" val="255653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9F72-8D50-80AB-B24B-14B2B64D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7C02D7-8AC1-1A1A-D6F1-ACD85DFB8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26" y="1163434"/>
            <a:ext cx="5284546" cy="4092295"/>
          </a:xfrm>
          <a:prstGeom prst="rect">
            <a:avLst/>
          </a:prstGeom>
          <a:ln w="3175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B98EE0-A65E-87CB-683F-C7E568832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987" y="1163434"/>
            <a:ext cx="5822185" cy="4092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2563E-2DCC-F86A-CEBA-B3056B0080AF}"/>
              </a:ext>
            </a:extLst>
          </p:cNvPr>
          <p:cNvSpPr txBox="1"/>
          <p:nvPr/>
        </p:nvSpPr>
        <p:spPr>
          <a:xfrm>
            <a:off x="4876800" y="581025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dirty="0"/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275086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1A66-5D69-CE53-1A27-5F98E91D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04C40-002E-8601-2F2D-9E0835814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502" y="3084948"/>
            <a:ext cx="5941148" cy="3590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19E6F-D0D4-F1EC-7197-8AEE972C8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620713"/>
            <a:ext cx="6124575" cy="3307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A81C45-FE64-4F88-94D3-215C5FDF581B}"/>
              </a:ext>
            </a:extLst>
          </p:cNvPr>
          <p:cNvSpPr txBox="1"/>
          <p:nvPr/>
        </p:nvSpPr>
        <p:spPr>
          <a:xfrm>
            <a:off x="128587" y="24923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Course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5CD42-35C8-F436-2EF8-A7FEC8294DAC}"/>
              </a:ext>
            </a:extLst>
          </p:cNvPr>
          <p:cNvSpPr txBox="1"/>
          <p:nvPr/>
        </p:nvSpPr>
        <p:spPr>
          <a:xfrm>
            <a:off x="6325826" y="2657475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IN" dirty="0"/>
              <a:t>Employee Statistics</a:t>
            </a:r>
          </a:p>
        </p:txBody>
      </p:sp>
    </p:spTree>
    <p:extLst>
      <p:ext uri="{BB962C8B-B14F-4D97-AF65-F5344CB8AC3E}">
        <p14:creationId xmlns:p14="http://schemas.microsoft.com/office/powerpoint/2010/main" val="157263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DUA-95257</dc:creator>
  <cp:lastModifiedBy>NITIN DUA-95257</cp:lastModifiedBy>
  <cp:revision>8</cp:revision>
  <dcterms:created xsi:type="dcterms:W3CDTF">2026-07-09T05:54:45Z</dcterms:created>
  <dcterms:modified xsi:type="dcterms:W3CDTF">2026-07-09T06:05:05Z</dcterms:modified>
</cp:coreProperties>
</file>